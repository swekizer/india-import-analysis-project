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F22E-075A-B509-C74B-BF1E291A6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7CEB1-E5FF-EBD8-3716-58ED05A0E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397C-056C-A645-95F6-EC18AE6D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DC7E6-A28E-9C0A-F8F3-877B66B8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F179-F68A-8CF3-44D1-1324003E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33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7096-3215-186C-BB08-629664F7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D05B1-EEA9-A504-8ED1-108410501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B9D6-4DCD-D48C-7058-7A39E6F1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D9E0F-A746-4ED5-7EEA-D74CAA60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3561-2DB2-5910-59CF-5C36537B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47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1F95-04C0-7D1D-BD87-AB9CAC1E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1BAF1-539E-AACF-2664-EC759100F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1B00-4758-1A06-7C46-40AAE91E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87AB0-6531-F4B4-8A69-39B49099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D67C1-DC7D-5F35-09E7-063A304F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49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4EDC-FD8C-BC69-2CAE-42D2D138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8D94-D3EC-9508-24DC-1A7BABCAA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99BFD-F140-E675-C501-26B7F5F61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35151-C072-77A5-6F05-E5DB4F76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B1711-DF1B-4759-D075-D1473CD0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8FE12-990F-C898-0CAF-F52F49DC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63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3ED9-37DE-A42E-B42B-7261C13E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8689D-7253-62C0-7448-F61C6A51D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77AAB-A953-8281-CDCD-A36ADDA2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63246-749E-1B45-D807-56138F524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DC186-2AA5-93DD-A8D2-55268D15B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1BF64-6191-E9A0-3963-F13C3199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3A4DF-5FA3-24F9-3468-70B2CC88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A3418-7C38-2470-E4C2-5AA0A6CB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57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DE06-3849-1961-D722-9F8CEC69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7D9D1-DC7C-696F-3D5E-A857A83B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15D9B-E81D-3785-6562-ABBFA042A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DC665-C8DE-CC61-5A81-58ED0486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420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B7825-E460-4D7D-4352-A107A490D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76C28-0358-B880-4669-D69BFEAC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3C572-CB0E-95EB-9ABA-E95491DF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07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DDE2-5207-6972-7F7B-AD933A0D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C117F-BD40-32F3-632A-C7429B2F0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95C3D-C01B-9C05-6436-749D76723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0432B-C5EB-62F3-2223-A6D46797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106F2-E47D-7912-CB31-1073138E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6F805-4CFD-4B5A-D165-50E4A97A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03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B3F5-73FB-DF0D-7ED2-85EBCE35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9CFA1A-7C96-D2A8-02F4-CAF599EF0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A40B2-6543-DF40-1571-944BB2038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50328-007B-9E0E-FA00-EC6702A2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F417E-B507-589F-CAB6-F7B17DE2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1A2C0-C6CB-F138-0082-140972E5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44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956-5ACF-45F3-83E3-5871346D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3D5A6-8807-CD99-F2A8-A8B2E7FDF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6A43A-CD00-4931-E681-A27D0B57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258FC-7ACC-B465-3F8B-376367B0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B049-2052-ADBF-6592-228FBF1A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097D-7266-546F-DF99-6C160FEDB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586B6-779E-8D18-7F4D-DE80EC43A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D428E-A155-D43C-681D-8AF798854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14C7-42EF-321F-B377-8206E5F8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AB7B2-DF53-C357-543E-D2930B2E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17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147FE-B68D-81F2-02CF-B95A58B3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85471-54DC-49A8-2EEB-2D11D3E0F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0450-473F-B695-B755-BCA4E2A3A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84DC8-BD12-4C90-9435-1737C3C7A758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B7CFA-C329-2CF2-AA28-B518948CF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C8ED5-3AB0-F069-433E-ED82A088E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22A38-402A-401E-83B3-8F1E6AD4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2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9902-C80C-21B9-F2C9-9F388793F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India Import Data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93665-C376-2923-B764-1004FADA16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2025 – 2026 Latest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95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81A4-BC0D-F22E-90E8-ABC7CFD4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/>
              <a:t>What are the top 10 import commodities (HS4) by value, and what share of total imports does each hold?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C7B420-E0A8-7934-FCF3-C1C8933BC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4669"/>
            <a:ext cx="12192000" cy="322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9F63AF-03E5-7311-D4BB-620F7FE80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4699"/>
            <a:ext cx="12192000" cy="411327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76BE33B-7560-A2E5-C747-8CF5A8B0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11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33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India Import Data Analysis</vt:lpstr>
      <vt:lpstr>What are the top 10 import commodities (HS4) by value, and what share of total imports does each hold?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Swekit Patel</dc:creator>
  <cp:lastModifiedBy>Swekit Patel</cp:lastModifiedBy>
  <cp:revision>1</cp:revision>
  <dcterms:created xsi:type="dcterms:W3CDTF">2026-10-16T19:15:31Z</dcterms:created>
  <dcterms:modified xsi:type="dcterms:W3CDTF">2026-10-16T21:49:16Z</dcterms:modified>
</cp:coreProperties>
</file>